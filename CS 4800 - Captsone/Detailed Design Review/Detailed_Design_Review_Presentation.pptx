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11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6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42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5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5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7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8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7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7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12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1905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5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08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46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31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9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DADF1-7FC3-4BCF-90A8-0F1E66E204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1AAA0-1CC5-4EB2-8DD6-A93C20FC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560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33848-B6A2-2083-6156-E46E16DC25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47 – </a:t>
            </a:r>
            <a:br>
              <a:rPr lang="en-US" dirty="0"/>
            </a:br>
            <a:r>
              <a:rPr lang="en-US" dirty="0"/>
              <a:t>MODBUS MESSENGERS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7AB3B-ADB9-EC1F-E639-E2EAB7947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3438" y="4079875"/>
            <a:ext cx="9289991" cy="1655762"/>
          </a:xfrm>
        </p:spPr>
        <p:txBody>
          <a:bodyPr>
            <a:normAutofit/>
          </a:bodyPr>
          <a:lstStyle/>
          <a:p>
            <a:r>
              <a:rPr lang="en-US" sz="3200" dirty="0"/>
              <a:t>Modbus Integration into Unreal Engine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00D05-9ABD-F43E-8288-EDB56DEE0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371789"/>
            <a:ext cx="9018026" cy="449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3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3F455-9F2F-91CD-EE67-7E3DC7546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864C-2E4C-B32A-3B1C-B32B63DFF9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BF0C0-D876-E9CD-0755-947B27E1E9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963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</TotalTime>
  <Words>12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</vt:lpstr>
      <vt:lpstr>Project 47 –  MODBUS MESSENGERS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darkl</dc:creator>
  <cp:lastModifiedBy>darkl</cp:lastModifiedBy>
  <cp:revision>1</cp:revision>
  <dcterms:created xsi:type="dcterms:W3CDTF">2026-02-16T19:42:56Z</dcterms:created>
  <dcterms:modified xsi:type="dcterms:W3CDTF">2026-02-16T19:46:53Z</dcterms:modified>
</cp:coreProperties>
</file>